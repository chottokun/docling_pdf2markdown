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Docling 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native PPTX support in Docling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" y="100"/>
          <a:ext cx="2000000" cy="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/>
                <a:gridCol w="1000000"/>
              </a:tblGrid>
              <a:tr h="33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3">
                <a:tc>
                  <a:txBody>
                    <a:bodyPr/>
                    <a:lstStyle/>
                    <a:p>
                      <a:r>
                        <a:t>Docling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</a:tr>
              <a:tr h="34">
                <a:tc>
                  <a:txBody>
                    <a:bodyPr/>
                    <a:lstStyle/>
                    <a:p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